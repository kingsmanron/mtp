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5970c8f4d49b6" /><Relationship Type="http://schemas.openxmlformats.org/officeDocument/2006/relationships/extended-properties" Target="/docProps/app.xml" Id="R6afdf2e23f1c4a35" /><Relationship Type="http://schemas.openxmlformats.org/officeDocument/2006/relationships/officeDocument" Target="/ppt/presentation.xml" Id="Rabab8244e286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cd2739b3d498d"/>
  </p:sldMasterIdLst>
  <p:notesMasterIdLst>
    <p:notesMasterId xmlns:r="http://schemas.openxmlformats.org/officeDocument/2006/relationships" r:id="R19fca31a3b8247cd"/>
  </p:notesMasterIdLst>
  <p:sldIdLst>
    <p:sldId xmlns:r="http://schemas.openxmlformats.org/officeDocument/2006/relationships" id="256" r:id="R5515f05a652a46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cb74acf9745b1" /><Relationship Type="http://schemas.openxmlformats.org/officeDocument/2006/relationships/slideMaster" Target="/ppt/slideMasters/slideMaster1.xml" Id="R4d9cd2739b3d498d" /><Relationship Type="http://schemas.openxmlformats.org/officeDocument/2006/relationships/notesMaster" Target="/ppt/notesMasters/notesMaster1.xml" Id="R19fca31a3b8247cd" /><Relationship Type="http://schemas.openxmlformats.org/officeDocument/2006/relationships/presProps" Target="/ppt/presProps.xml" Id="R83039cda2af94357" /><Relationship Type="http://schemas.openxmlformats.org/officeDocument/2006/relationships/tableStyles" Target="/ppt/tableStyles.xml" Id="Reac1023af4714fa3" /><Relationship Type="http://schemas.openxmlformats.org/officeDocument/2006/relationships/slide" Target="/ppt/slides/slide1.xml" Id="R5515f05a652a46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b0dad9e32d4f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973fb70f444e8" /><Relationship Type="http://schemas.openxmlformats.org/officeDocument/2006/relationships/notesMaster" Target="/ppt/notesMasters/notesMaster1.xml" Id="Re5708864365f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1daaa7d65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026c7249f4278" /><Relationship Type="http://schemas.openxmlformats.org/officeDocument/2006/relationships/slideLayout" Target="/ppt/slideLayouts/slideLayout1.xml" Id="Re3e30767413c4d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e30767413c4d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5343c9d6d4a94" /><Relationship Type="http://schemas.openxmlformats.org/officeDocument/2006/relationships/notesSlide" Target="/ppt/notesSlides/notesSlide1.xml" Id="R8cd9117f8b074f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canvas">
            <a:extLst xmlns:a="http://schemas.openxmlformats.org/drawingml/2006/main">
              <a:ext uri="{FF2B5EF4-FFF2-40B4-BE49-F238E27FC236}">
                <a16:creationId xmlns:a16="http://schemas.microsoft.com/office/drawing/2014/main" id="{3E597A2A-D6F6-4EE7-A963-A108EB0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FE20EDF-541A-409E-B74C-06E55BF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PROPOSED INTEGRATION  |  NOT YET IMPLEMENTED IN MTP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DE09F7C9-9A44-40C3-88C5-1ED0A047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Cordant context enters the Inntris verification gate.</a:t>
            </a:r>
          </a:p>
        </p:txBody>
      </p:sp>
      <p:sp>
        <p:nvSpPr>
          <p:cNvPr id="4" name="subhead">
            <a:extLst xmlns:a="http://schemas.openxmlformats.org/drawingml/2006/main">
              <a:ext uri="{FF2B5EF4-FFF2-40B4-BE49-F238E27FC236}">
                <a16:creationId xmlns:a16="http://schemas.microsoft.com/office/drawing/2014/main" id="{C1636689-1017-4C6B-8DDD-2800202E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Code confirmed Inntris controls are shown in blue; Cordant interfaces remain integration work.</a:t>
            </a:r>
          </a:p>
        </p:txBody>
      </p:sp>
      <p:cxnSp>
        <p:nvCxnSpPr>
          <p:cNvPr id="74" name="title-rule"/>
          <p:cNvCxnSpPr/>
          <p:nvPr/>
        </p:nvCxnSpPr>
        <p:spPr>
          <a:xfrm xmlns:a="http://schemas.openxmlformats.org/drawingml/2006/main">
            <a:off x="495300" y="1466850"/>
            <a:ext cx="112014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6" name="systems-panel">
            <a:extLst xmlns:a="http://schemas.openxmlformats.org/drawingml/2006/main">
              <a:ext uri="{FF2B5EF4-FFF2-40B4-BE49-F238E27FC236}">
                <a16:creationId xmlns:a16="http://schemas.microsoft.com/office/drawing/2014/main" id="{9B0A6A12-0A6E-44B6-860B-4223BA9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095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ystems-plane">
            <a:extLst xmlns:a="http://schemas.openxmlformats.org/drawingml/2006/main">
              <a:ext uri="{FF2B5EF4-FFF2-40B4-BE49-F238E27FC236}">
                <a16:creationId xmlns:a16="http://schemas.microsoft.com/office/drawing/2014/main" id="{F830EDD7-313D-4E5A-848E-8408A3DB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ILLUSTRATIVE SIGNALS</a:t>
            </a:r>
          </a:p>
        </p:txBody>
      </p:sp>
      <p:sp>
        <p:nvSpPr>
          <p:cNvPr id="8" name="systems-title">
            <a:extLst xmlns:a="http://schemas.openxmlformats.org/drawingml/2006/main">
              <a:ext uri="{FF2B5EF4-FFF2-40B4-BE49-F238E27FC236}">
                <a16:creationId xmlns:a16="http://schemas.microsoft.com/office/drawing/2014/main" id="{3A120D00-25EC-4CA8-A266-53EABE15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71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Financial systems</a:t>
            </a:r>
          </a:p>
        </p:txBody>
      </p:sp>
      <p:cxnSp>
        <p:nvCxnSpPr>
          <p:cNvPr id="78" name="systems-rule"/>
          <p:cNvCxnSpPr/>
          <p:nvPr/>
        </p:nvCxnSpPr>
        <p:spPr>
          <a:xfrm xmlns:a="http://schemas.openxmlformats.org/drawingml/2006/main">
            <a:off x="685800" y="2924175"/>
            <a:ext cx="1714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systems-bank-dot">
            <a:extLst xmlns:a="http://schemas.openxmlformats.org/drawingml/2006/main">
              <a:ext uri="{FF2B5EF4-FFF2-40B4-BE49-F238E27FC236}">
                <a16:creationId xmlns:a16="http://schemas.microsoft.com/office/drawing/2014/main" id="{6E2DDF85-6A94-4640-A2DA-C8D46E5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systems-bank-text">
            <a:extLst xmlns:a="http://schemas.openxmlformats.org/drawingml/2006/main">
              <a:ext uri="{FF2B5EF4-FFF2-40B4-BE49-F238E27FC236}">
                <a16:creationId xmlns:a16="http://schemas.microsoft.com/office/drawing/2014/main" id="{BD224BAD-7DC7-4414-883A-10DF4F73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Banks and PSPs</a:t>
            </a:r>
          </a:p>
        </p:txBody>
      </p:sp>
      <p:sp>
        <p:nvSpPr>
          <p:cNvPr id="12" name="systems-ledger-dot">
            <a:extLst xmlns:a="http://schemas.openxmlformats.org/drawingml/2006/main">
              <a:ext uri="{FF2B5EF4-FFF2-40B4-BE49-F238E27FC236}">
                <a16:creationId xmlns:a16="http://schemas.microsoft.com/office/drawing/2014/main" id="{2B0DCA4E-57E4-4DDE-94AF-3B10BD86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systems-ledger-text">
            <a:extLst xmlns:a="http://schemas.openxmlformats.org/drawingml/2006/main">
              <a:ext uri="{FF2B5EF4-FFF2-40B4-BE49-F238E27FC236}">
                <a16:creationId xmlns:a16="http://schemas.microsoft.com/office/drawing/2014/main" id="{66FD980B-0DF9-44BE-B0A0-B04E4254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Ledgers and wallets</a:t>
            </a:r>
          </a:p>
        </p:txBody>
      </p:sp>
      <p:sp>
        <p:nvSpPr>
          <p:cNvPr id="14" name="systems-compliance-dot">
            <a:extLst xmlns:a="http://schemas.openxmlformats.org/drawingml/2006/main">
              <a:ext uri="{FF2B5EF4-FFF2-40B4-BE49-F238E27FC236}">
                <a16:creationId xmlns:a16="http://schemas.microsoft.com/office/drawing/2014/main" id="{CF8545D6-2692-47D0-B1FE-55A2144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systems-compliance-text">
            <a:extLst xmlns:a="http://schemas.openxmlformats.org/drawingml/2006/main">
              <a:ext uri="{FF2B5EF4-FFF2-40B4-BE49-F238E27FC236}">
                <a16:creationId xmlns:a16="http://schemas.microsoft.com/office/drawing/2014/main" id="{563A904A-71C8-40E1-95ED-6F93655C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Compliance tools</a:t>
            </a:r>
          </a:p>
        </p:txBody>
      </p:sp>
      <p:sp>
        <p:nvSpPr>
          <p:cNvPr id="16" name="systems-treasury-dot">
            <a:extLst xmlns:a="http://schemas.openxmlformats.org/drawingml/2006/main">
              <a:ext uri="{FF2B5EF4-FFF2-40B4-BE49-F238E27FC236}">
                <a16:creationId xmlns:a16="http://schemas.microsoft.com/office/drawing/2014/main" id="{D5C5A86C-A6AE-44AC-B898-5F039140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systems-treasury-text">
            <a:extLst xmlns:a="http://schemas.openxmlformats.org/drawingml/2006/main">
              <a:ext uri="{FF2B5EF4-FFF2-40B4-BE49-F238E27FC236}">
                <a16:creationId xmlns:a16="http://schemas.microsoft.com/office/drawing/2014/main" id="{DECC9C35-4B59-4AF4-B914-01015748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Treasury platforms</a:t>
            </a:r>
          </a:p>
        </p:txBody>
      </p:sp>
      <p:sp>
        <p:nvSpPr>
          <p:cNvPr id="18" name="events-flow-caption">
            <a:extLst xmlns:a="http://schemas.openxmlformats.org/drawingml/2006/main">
              <a:ext uri="{FF2B5EF4-FFF2-40B4-BE49-F238E27FC236}">
                <a16:creationId xmlns:a16="http://schemas.microsoft.com/office/drawing/2014/main" id="{0FF21F3E-4364-42D9-97E2-DA1F3FEA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EVENTS</a:t>
            </a:r>
          </a:p>
        </p:txBody>
      </p:sp>
      <p:sp>
        <p:nvSpPr>
          <p:cNvPr id="19" name="events-flow-arrow">
            <a:extLst xmlns:a="http://schemas.openxmlformats.org/drawingml/2006/main">
              <a:ext uri="{FF2B5EF4-FFF2-40B4-BE49-F238E27FC236}">
                <a16:creationId xmlns:a16="http://schemas.microsoft.com/office/drawing/2014/main" id="{49FA5A9C-BDEA-4B43-9FE1-3344AAB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342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0" name="cordant-panel">
            <a:extLst xmlns:a="http://schemas.openxmlformats.org/drawingml/2006/main">
              <a:ext uri="{FF2B5EF4-FFF2-40B4-BE49-F238E27FC236}">
                <a16:creationId xmlns:a16="http://schemas.microsoft.com/office/drawing/2014/main" id="{80E2A0F5-3602-4F2B-B0F3-3EEBB318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25527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1" name="cordant-accent">
            <a:extLst xmlns:a="http://schemas.openxmlformats.org/drawingml/2006/main">
              <a:ext uri="{FF2B5EF4-FFF2-40B4-BE49-F238E27FC236}">
                <a16:creationId xmlns:a16="http://schemas.microsoft.com/office/drawing/2014/main" id="{915B284C-A14D-447C-8112-47C4BF2E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cordant-plane">
            <a:extLst xmlns:a="http://schemas.openxmlformats.org/drawingml/2006/main">
              <a:ext uri="{FF2B5EF4-FFF2-40B4-BE49-F238E27FC236}">
                <a16:creationId xmlns:a16="http://schemas.microsoft.com/office/drawing/2014/main" id="{5C1AEF36-DEF0-4900-879B-FDE1FB6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EXTERNAL CONTEXT PLANE</a:t>
            </a:r>
          </a:p>
        </p:txBody>
      </p:sp>
      <p:sp>
        <p:nvSpPr>
          <p:cNvPr id="23" name="cordant-title">
            <a:extLst xmlns:a="http://schemas.openxmlformats.org/drawingml/2006/main">
              <a:ext uri="{FF2B5EF4-FFF2-40B4-BE49-F238E27FC236}">
                <a16:creationId xmlns:a16="http://schemas.microsoft.com/office/drawing/2014/main" id="{FA0D9EEB-1A6D-4CDB-B0CE-7C637335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76475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CORDANT</a:t>
            </a:r>
          </a:p>
        </p:txBody>
      </p:sp>
      <p:cxnSp>
        <p:nvCxnSpPr>
          <p:cNvPr id="93" name="cordant-rule"/>
          <p:cNvCxnSpPr/>
          <p:nvPr/>
        </p:nvCxnSpPr>
        <p:spPr>
          <a:xfrm xmlns:a="http://schemas.openxmlformats.org/drawingml/2006/main">
            <a:off x="3219450" y="2667000"/>
            <a:ext cx="20574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74151"/>
            </a:solidFill>
            <a:prstDash val="solid"/>
          </a:ln>
        </p:spPr>
      </p:cxnSp>
      <p:sp>
        <p:nvSpPr>
          <p:cNvPr id="25" name="cordant-normalise-dot">
            <a:extLst xmlns:a="http://schemas.openxmlformats.org/drawingml/2006/main">
              <a:ext uri="{FF2B5EF4-FFF2-40B4-BE49-F238E27FC236}">
                <a16:creationId xmlns:a16="http://schemas.microsoft.com/office/drawing/2014/main" id="{C109F935-6CA4-42A5-9010-A1804F5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6" name="cordant-normalise-text">
            <a:extLst xmlns:a="http://schemas.openxmlformats.org/drawingml/2006/main">
              <a:ext uri="{FF2B5EF4-FFF2-40B4-BE49-F238E27FC236}">
                <a16:creationId xmlns:a16="http://schemas.microsoft.com/office/drawing/2014/main" id="{A8FBC61E-C051-47B6-913E-BF0166A7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289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t>Normalise events</a:t>
            </a:r>
          </a:p>
        </p:txBody>
      </p:sp>
      <p:sp>
        <p:nvSpPr>
          <p:cNvPr id="27" name="cordant-correlate-dot">
            <a:extLst xmlns:a="http://schemas.openxmlformats.org/drawingml/2006/main">
              <a:ext uri="{FF2B5EF4-FFF2-40B4-BE49-F238E27FC236}">
                <a16:creationId xmlns:a16="http://schemas.microsoft.com/office/drawing/2014/main" id="{309148BB-48DA-4DC0-9F01-09DD806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8" name="cordant-correlate-text">
            <a:extLst xmlns:a="http://schemas.openxmlformats.org/drawingml/2006/main">
              <a:ext uri="{FF2B5EF4-FFF2-40B4-BE49-F238E27FC236}">
                <a16:creationId xmlns:a16="http://schemas.microsoft.com/office/drawing/2014/main" id="{5F9A63FB-CE3C-4F6C-8210-107AD504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6707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t>Correlate states</a:t>
            </a:r>
          </a:p>
        </p:txBody>
      </p:sp>
      <p:sp>
        <p:nvSpPr>
          <p:cNvPr id="29" name="cordant-risk-dot">
            <a:extLst xmlns:a="http://schemas.openxmlformats.org/drawingml/2006/main">
              <a:ext uri="{FF2B5EF4-FFF2-40B4-BE49-F238E27FC236}">
                <a16:creationId xmlns:a16="http://schemas.microsoft.com/office/drawing/2014/main" id="{2F445228-A10E-49C7-9969-3CF7662A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0" name="cordant-risk-text">
            <a:extLst xmlns:a="http://schemas.openxmlformats.org/drawingml/2006/main">
              <a:ext uri="{FF2B5EF4-FFF2-40B4-BE49-F238E27FC236}">
                <a16:creationId xmlns:a16="http://schemas.microsoft.com/office/drawing/2014/main" id="{6900A5BF-1D92-4BC1-A6B0-F36F305A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052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t>Surface risk</a:t>
            </a:r>
          </a:p>
        </p:txBody>
      </p:sp>
      <p:sp>
        <p:nvSpPr>
          <p:cNvPr id="31" name="cordant-coordinate-dot">
            <a:extLst xmlns:a="http://schemas.openxmlformats.org/drawingml/2006/main">
              <a:ext uri="{FF2B5EF4-FFF2-40B4-BE49-F238E27FC236}">
                <a16:creationId xmlns:a16="http://schemas.microsoft.com/office/drawing/2014/main" id="{1F67662B-0BBB-4CD8-BFDC-C954ADF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2" name="cordant-coordinate-text">
            <a:extLst xmlns:a="http://schemas.openxmlformats.org/drawingml/2006/main">
              <a:ext uri="{FF2B5EF4-FFF2-40B4-BE49-F238E27FC236}">
                <a16:creationId xmlns:a16="http://schemas.microsoft.com/office/drawing/2014/main" id="{8F08F89E-F725-4052-9F6B-3A37720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4337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t>Propose response</a:t>
            </a:r>
          </a:p>
        </p:txBody>
      </p:sp>
      <p:sp>
        <p:nvSpPr>
          <p:cNvPr id="33" name="cordant-outcome">
            <a:extLst xmlns:a="http://schemas.openxmlformats.org/drawingml/2006/main">
              <a:ext uri="{FF2B5EF4-FFF2-40B4-BE49-F238E27FC236}">
                <a16:creationId xmlns:a16="http://schemas.microsoft.com/office/drawing/2014/main" id="{2BC7288D-5A60-4E78-B6F0-750C1605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958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Not present in MTP code</a:t>
            </a:r>
          </a:p>
        </p:txBody>
      </p:sp>
      <p:sp>
        <p:nvSpPr>
          <p:cNvPr id="34" name="intent-flow-caption">
            <a:extLst xmlns:a="http://schemas.openxmlformats.org/drawingml/2006/main">
              <a:ext uri="{FF2B5EF4-FFF2-40B4-BE49-F238E27FC236}">
                <a16:creationId xmlns:a16="http://schemas.microsoft.com/office/drawing/2014/main" id="{0D6BCC98-9FA9-4AF3-8C30-C925F39A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SIGNED
INTENT</a:t>
            </a:r>
          </a:p>
        </p:txBody>
      </p:sp>
      <p:sp>
        <p:nvSpPr>
          <p:cNvPr id="35" name="intent-flow-arrow">
            <a:extLst xmlns:a="http://schemas.openxmlformats.org/drawingml/2006/main">
              <a:ext uri="{FF2B5EF4-FFF2-40B4-BE49-F238E27FC236}">
                <a16:creationId xmlns:a16="http://schemas.microsoft.com/office/drawing/2014/main" id="{9F52DA50-B945-4280-8A2B-EF8EF46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361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6" name="inntris-panel">
            <a:extLst xmlns:a="http://schemas.openxmlformats.org/drawingml/2006/main">
              <a:ext uri="{FF2B5EF4-FFF2-40B4-BE49-F238E27FC236}">
                <a16:creationId xmlns:a16="http://schemas.microsoft.com/office/drawing/2014/main" id="{AB79F9A2-CA56-4F44-8322-C17F24CE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31908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7" name="inntris-accent">
            <a:extLst xmlns:a="http://schemas.openxmlformats.org/drawingml/2006/main">
              <a:ext uri="{FF2B5EF4-FFF2-40B4-BE49-F238E27FC236}">
                <a16:creationId xmlns:a16="http://schemas.microsoft.com/office/drawing/2014/main" id="{C8AEF2E8-5B28-4225-867A-998124D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inntris-plane">
            <a:extLst xmlns:a="http://schemas.openxmlformats.org/drawingml/2006/main">
              <a:ext uri="{FF2B5EF4-FFF2-40B4-BE49-F238E27FC236}">
                <a16:creationId xmlns:a16="http://schemas.microsoft.com/office/drawing/2014/main" id="{64B9D517-A8AF-4CC1-A8E3-8BE4AB7D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671"/>
                </a:solidFill>
                <a:latin typeface="Arial"/>
                <a:ea typeface="Arial"/>
                <a:cs typeface="Arial"/>
              </a:defRPr>
            </a:pPr>
            <a:r>
              <a:t>CONTROL + PROOF PLANE</a:t>
            </a:r>
          </a:p>
        </p:txBody>
      </p:sp>
      <p:sp>
        <p:nvSpPr>
          <p:cNvPr id="39" name="inntris-title">
            <a:extLst xmlns:a="http://schemas.openxmlformats.org/drawingml/2006/main">
              <a:ext uri="{FF2B5EF4-FFF2-40B4-BE49-F238E27FC236}">
                <a16:creationId xmlns:a16="http://schemas.microsoft.com/office/drawing/2014/main" id="{B3F23DFE-639B-4FDB-91CA-A123A356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76475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INNTRIS</a:t>
            </a:r>
          </a:p>
        </p:txBody>
      </p:sp>
      <p:cxnSp>
        <p:nvCxnSpPr>
          <p:cNvPr id="109" name="inntris-rule"/>
          <p:cNvCxnSpPr/>
          <p:nvPr/>
        </p:nvCxnSpPr>
        <p:spPr>
          <a:xfrm xmlns:a="http://schemas.openxmlformats.org/drawingml/2006/main">
            <a:off x="6172200" y="2667000"/>
            <a:ext cx="2647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3DFF6"/>
            </a:solidFill>
            <a:prstDash val="solid"/>
          </a:ln>
        </p:spPr>
      </p:cxnSp>
      <p:sp>
        <p:nvSpPr>
          <p:cNvPr id="41" name="inntris-identity-dot">
            <a:extLst xmlns:a="http://schemas.openxmlformats.org/drawingml/2006/main">
              <a:ext uri="{FF2B5EF4-FFF2-40B4-BE49-F238E27FC236}">
                <a16:creationId xmlns:a16="http://schemas.microsoft.com/office/drawing/2014/main" id="{1E31A66F-6FAE-4395-A3A1-26B08026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inntris-identity-text">
            <a:extLst xmlns:a="http://schemas.openxmlformats.org/drawingml/2006/main">
              <a:ext uri="{FF2B5EF4-FFF2-40B4-BE49-F238E27FC236}">
                <a16:creationId xmlns:a16="http://schemas.microsoft.com/office/drawing/2014/main" id="{5EC99395-2875-45F6-9133-67E2F61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2892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0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Identity  |  Ed25519 signed intent</a:t>
            </a:r>
          </a:p>
        </p:txBody>
      </p:sp>
      <p:sp>
        <p:nvSpPr>
          <p:cNvPr id="43" name="inntris-policy-dot">
            <a:extLst xmlns:a="http://schemas.openxmlformats.org/drawingml/2006/main">
              <a:ext uri="{FF2B5EF4-FFF2-40B4-BE49-F238E27FC236}">
                <a16:creationId xmlns:a16="http://schemas.microsoft.com/office/drawing/2014/main" id="{A5FE85A2-5043-4B62-BEAF-0E5B146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inntris-policy-text">
            <a:extLst xmlns:a="http://schemas.openxmlformats.org/drawingml/2006/main">
              <a:ext uri="{FF2B5EF4-FFF2-40B4-BE49-F238E27FC236}">
                <a16:creationId xmlns:a16="http://schemas.microsoft.com/office/drawing/2014/main" id="{28B779CD-D6F1-4E7B-B31F-5B1FE80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Policy  |  POST /verify + limits</a:t>
            </a:r>
          </a:p>
        </p:txBody>
      </p:sp>
      <p:sp>
        <p:nvSpPr>
          <p:cNvPr id="45" name="inntris-decision-dot">
            <a:extLst xmlns:a="http://schemas.openxmlformats.org/drawingml/2006/main">
              <a:ext uri="{FF2B5EF4-FFF2-40B4-BE49-F238E27FC236}">
                <a16:creationId xmlns:a16="http://schemas.microsoft.com/office/drawing/2014/main" id="{D43C4C6A-0B54-4CEC-9EF4-87A36103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inntris-decision-text">
            <a:extLst xmlns:a="http://schemas.openxmlformats.org/drawingml/2006/main">
              <a:ext uri="{FF2B5EF4-FFF2-40B4-BE49-F238E27FC236}">
                <a16:creationId xmlns:a16="http://schemas.microsoft.com/office/drawing/2014/main" id="{44BB5457-3579-4105-89A7-56DD609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0522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3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Decision  |  token or deny response</a:t>
            </a:r>
          </a:p>
        </p:txBody>
      </p:sp>
      <p:sp>
        <p:nvSpPr>
          <p:cNvPr id="47" name="inntris-evidence-dot">
            <a:extLst xmlns:a="http://schemas.openxmlformats.org/drawingml/2006/main">
              <a:ext uri="{FF2B5EF4-FFF2-40B4-BE49-F238E27FC236}">
                <a16:creationId xmlns:a16="http://schemas.microsoft.com/office/drawing/2014/main" id="{6DDE57ED-D5DE-435E-8492-D6C55A3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8" name="inntris-evidence-text">
            <a:extLst xmlns:a="http://schemas.openxmlformats.org/drawingml/2006/main">
              <a:ext uri="{FF2B5EF4-FFF2-40B4-BE49-F238E27FC236}">
                <a16:creationId xmlns:a16="http://schemas.microsoft.com/office/drawing/2014/main" id="{A7F3E643-60F5-4A9D-8C71-8AED4E9A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Authenticated decision  |  audit ID</a:t>
            </a:r>
          </a:p>
        </p:txBody>
      </p:sp>
      <p:sp>
        <p:nvSpPr>
          <p:cNvPr id="49" name="inntris-anchor">
            <a:extLst xmlns:a="http://schemas.openxmlformats.org/drawingml/2006/main">
              <a:ext uri="{FF2B5EF4-FFF2-40B4-BE49-F238E27FC236}">
                <a16:creationId xmlns:a16="http://schemas.microsoft.com/office/drawing/2014/main" id="{093E340D-ADE1-4627-BDE7-17D0C4D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00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671"/>
                </a:solidFill>
                <a:latin typeface="Arial"/>
                <a:ea typeface="Arial"/>
                <a:cs typeface="Arial"/>
              </a:defRPr>
            </a:pPr>
            <a:r>
              <a:t>Receipt now  |  proof after eligible anchor</a:t>
            </a:r>
          </a:p>
        </p:txBody>
      </p:sp>
      <p:sp>
        <p:nvSpPr>
          <p:cNvPr id="50" name="token-flow-caption">
            <a:extLst xmlns:a="http://schemas.openxmlformats.org/drawingml/2006/main">
              <a:ext uri="{FF2B5EF4-FFF2-40B4-BE49-F238E27FC236}">
                <a16:creationId xmlns:a16="http://schemas.microsoft.com/office/drawing/2014/main" id="{B5D1BF55-A86F-492F-998C-2219090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4320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TOKEN</a:t>
            </a:r>
          </a:p>
        </p:txBody>
      </p:sp>
      <p:sp>
        <p:nvSpPr>
          <p:cNvPr id="51" name="token-flow-arrow">
            <a:extLst xmlns:a="http://schemas.openxmlformats.org/drawingml/2006/main">
              <a:ext uri="{FF2B5EF4-FFF2-40B4-BE49-F238E27FC236}">
                <a16:creationId xmlns:a16="http://schemas.microsoft.com/office/drawing/2014/main" id="{B9E839B0-57FA-417D-B91E-E3454510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28950"/>
            <a:ext cx="361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52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41933592-DDE6-4195-B497-BE9BD01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809750"/>
            <a:ext cx="21812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53" name="action-plane">
            <a:extLst xmlns:a="http://schemas.openxmlformats.org/drawingml/2006/main">
              <a:ext uri="{FF2B5EF4-FFF2-40B4-BE49-F238E27FC236}">
                <a16:creationId xmlns:a16="http://schemas.microsoft.com/office/drawing/2014/main" id="{0D56128F-13E1-4F5C-A8B8-884A1C17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0025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EXECUTION</a:t>
            </a:r>
          </a:p>
        </p:txBody>
      </p:sp>
      <p:sp>
        <p:nvSpPr>
          <p:cNvPr id="54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FD401BE6-8D88-45EC-976D-3AA1F0E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76475"/>
            <a:ext cx="18002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Executor validates token</a:t>
            </a:r>
          </a:p>
        </p:txBody>
      </p:sp>
      <p:cxnSp>
        <p:nvCxnSpPr>
          <p:cNvPr id="124" name="action-rule"/>
          <p:cNvCxnSpPr/>
          <p:nvPr/>
        </p:nvCxnSpPr>
        <p:spPr>
          <a:xfrm xmlns:a="http://schemas.openxmlformats.org/drawingml/2006/main">
            <a:off x="9705975" y="2809875"/>
            <a:ext cx="18002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6" name="approved-label">
            <a:extLst xmlns:a="http://schemas.openxmlformats.org/drawingml/2006/main">
              <a:ext uri="{FF2B5EF4-FFF2-40B4-BE49-F238E27FC236}">
                <a16:creationId xmlns:a16="http://schemas.microsoft.com/office/drawing/2014/main" id="{14825529-FC20-4BDE-9A20-4EFA26C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71800"/>
            <a:ext cx="1800225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671"/>
                </a:solidFill>
                <a:latin typeface="Arial"/>
                <a:ea typeface="Arial"/>
                <a:cs typeface="Arial"/>
              </a:defRPr>
            </a:pPr>
            <a:r>
              <a:t>PROCEED IF</a:t>
            </a:r>
          </a:p>
        </p:txBody>
      </p:sp>
      <p:sp>
        <p:nvSpPr>
          <p:cNvPr id="57" name="approved-actions">
            <a:extLst xmlns:a="http://schemas.openxmlformats.org/drawingml/2006/main">
              <a:ext uri="{FF2B5EF4-FFF2-40B4-BE49-F238E27FC236}">
                <a16:creationId xmlns:a16="http://schemas.microsoft.com/office/drawing/2014/main" id="{8101A5E9-6BEE-4E84-A4A3-DDC63DFC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28975"/>
            <a:ext cx="18002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/verify-token
returns valid: true
with consume: true</a:t>
            </a:r>
          </a:p>
        </p:txBody>
      </p:sp>
      <p:cxnSp>
        <p:nvCxnSpPr>
          <p:cNvPr id="127" name="blocked-rule"/>
          <p:cNvCxnSpPr/>
          <p:nvPr/>
        </p:nvCxnSpPr>
        <p:spPr>
          <a:xfrm xmlns:a="http://schemas.openxmlformats.org/drawingml/2006/main">
            <a:off x="9705975" y="4171950"/>
            <a:ext cx="18002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9" name="blocked-label">
            <a:extLst xmlns:a="http://schemas.openxmlformats.org/drawingml/2006/main">
              <a:ext uri="{FF2B5EF4-FFF2-40B4-BE49-F238E27FC236}">
                <a16:creationId xmlns:a16="http://schemas.microsoft.com/office/drawing/2014/main" id="{8444B23D-2F0A-4636-9403-D8162CF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305300"/>
            <a:ext cx="1800225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IF</a:t>
            </a:r>
          </a:p>
        </p:txBody>
      </p:sp>
      <p:sp>
        <p:nvSpPr>
          <p:cNvPr id="60" name="blocked-action">
            <a:extLst xmlns:a="http://schemas.openxmlformats.org/drawingml/2006/main">
              <a:ext uri="{FF2B5EF4-FFF2-40B4-BE49-F238E27FC236}">
                <a16:creationId xmlns:a16="http://schemas.microsoft.com/office/drawing/2014/main" id="{2FB8CF68-05F4-4998-8D10-A612CC3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562475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No valid token</a:t>
            </a:r>
          </a:p>
        </p:txBody>
      </p:sp>
      <p:sp>
        <p:nvSpPr>
          <p:cNvPr id="61" name="evidence-label-panel">
            <a:extLst xmlns:a="http://schemas.openxmlformats.org/drawingml/2006/main">
              <a:ext uri="{FF2B5EF4-FFF2-40B4-BE49-F238E27FC236}">
                <a16:creationId xmlns:a16="http://schemas.microsoft.com/office/drawing/2014/main" id="{15E2C435-2BC0-4EC1-809A-D01FF95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62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367EB1DF-F72E-4D07-9593-ABDB9E00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VERDICT CALLBACK</a:t>
            </a:r>
          </a:p>
        </p:txBody>
      </p:sp>
      <p:sp>
        <p:nvSpPr>
          <p:cNvPr id="63" name="evidence-label-body">
            <a:extLst xmlns:a="http://schemas.openxmlformats.org/drawingml/2006/main">
              <a:ext uri="{FF2B5EF4-FFF2-40B4-BE49-F238E27FC236}">
                <a16:creationId xmlns:a16="http://schemas.microsoft.com/office/drawing/2014/main" id="{30CDC32F-2AE9-40C6-ADA5-F6C02493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7145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5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Configured generic webhook</a:t>
            </a:r>
          </a:p>
        </p:txBody>
      </p:sp>
      <p:sp>
        <p:nvSpPr>
          <p:cNvPr id="64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EB0410F3-1AFC-4309-B99C-A9CAC46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05400"/>
            <a:ext cx="872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5" name="evidence-copy">
            <a:extLst xmlns:a="http://schemas.openxmlformats.org/drawingml/2006/main">
              <a:ext uri="{FF2B5EF4-FFF2-40B4-BE49-F238E27FC236}">
                <a16:creationId xmlns:a16="http://schemas.microsoft.com/office/drawing/2014/main" id="{E2E46020-14CE-4792-92B5-BFF3A5DB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57800"/>
            <a:ext cx="813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Immediate: verdict + audit ID. Adapter fetches receipt and later proof after anchoring.</a:t>
            </a:r>
          </a:p>
        </p:txBody>
      </p:sp>
      <p:sp>
        <p:nvSpPr>
          <p:cNvPr id="66" name="evidence-return-arrow">
            <a:extLst xmlns:a="http://schemas.openxmlformats.org/drawingml/2006/main">
              <a:ext uri="{FF2B5EF4-FFF2-40B4-BE49-F238E27FC236}">
                <a16:creationId xmlns:a16="http://schemas.microsoft.com/office/drawing/2014/main" id="{C60D2DC7-DB9A-44E8-9FB6-65855E0D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←</a:t>
            </a:r>
          </a:p>
        </p:txBody>
      </p:sp>
      <p:sp>
        <p:nvSpPr>
          <p:cNvPr id="67" name="control-assumption">
            <a:extLst xmlns:a="http://schemas.openxmlformats.org/drawingml/2006/main">
              <a:ext uri="{FF2B5EF4-FFF2-40B4-BE49-F238E27FC236}">
                <a16:creationId xmlns:a16="http://schemas.microsoft.com/office/drawing/2014/main" id="{EB271943-EF64-49B6-BEA8-0ECC437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Enforcement exists only when the executor calls and honours Inntris before execution.</a:t>
            </a:r>
          </a:p>
        </p:txBody>
      </p:sp>
      <p:sp>
        <p:nvSpPr>
          <p:cNvPr id="6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7307E9-191C-4D7D-BF44-76BA8B6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Code basis: api/main.py, api/crypto.py, api/policy.py, api/webhooks.py and workers/anchor_worker.py. Proposed Cordant integration.</a:t>
            </a:r>
          </a:p>
        </p:txBody>
      </p:sp>
      <p:sp>
        <p:nvSpPr>
          <p:cNvPr id="6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C710883-7DE6-4532-89B3-883DC7AC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2314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2026-07-23T07:59:24.7030000Z</dcterms:created>
  <dcterms:modified xsi:type="dcterms:W3CDTF">2026-07-23T07:59:24.7030000Z</dcterms:modified>
</coreProperties>
</file>